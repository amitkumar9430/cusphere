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7E282C-CE4E-443F-8045-5A9254D6CE43}" v="3" dt="2025-10-26T09:21:45.1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Project title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Manual waste segregation is time-consuming and risky.</a:t>
            </a:r>
          </a:p>
          <a:p>
            <a:pPr>
              <a:defRPr sz="1800"/>
            </a:pPr>
            <a:r>
              <a:t>The system classifies waste using image recognition.</a:t>
            </a:r>
          </a:p>
          <a:p>
            <a:pPr>
              <a:defRPr sz="1800"/>
            </a:pPr>
            <a:r>
              <a:t>Promotes automation and cleaner environments.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Automate waste segregation.</a:t>
            </a:r>
          </a:p>
          <a:p>
            <a:pPr>
              <a:defRPr sz="1800"/>
            </a:pPr>
            <a:r>
              <a:t>Improve accuracy and speed.</a:t>
            </a:r>
          </a:p>
          <a:p>
            <a:pPr>
              <a:defRPr sz="1800"/>
            </a:pPr>
            <a:r>
              <a:t>Reduce manual work.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Input Image → Preprocessing → ML Model → Output Category</a:t>
            </a:r>
          </a:p>
          <a:p>
            <a:pPr>
              <a:defRPr sz="1800"/>
            </a:pPr>
            <a:r>
              <a:t>Core components include image acquisition, preprocessing, model inference, and result visualization.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Python</a:t>
            </a:r>
          </a:p>
          <a:p>
            <a:pPr>
              <a:defRPr sz="1800"/>
            </a:pPr>
            <a:r>
              <a:t>TensorFlow / Keras</a:t>
            </a:r>
          </a:p>
          <a:p>
            <a:pPr>
              <a:defRPr sz="1800"/>
            </a:pPr>
            <a:r>
              <a:t>OpenCV</a:t>
            </a:r>
          </a:p>
          <a:p>
            <a:pPr>
              <a:defRPr sz="1800"/>
            </a:pPr>
            <a:r>
              <a:t>Streamlit</a:t>
            </a:r>
          </a:p>
          <a:p>
            <a:pPr>
              <a:defRPr sz="1800"/>
            </a:pPr>
            <a:r>
              <a:t>PostgreSQL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Dataset collected from online sources.</a:t>
            </a:r>
          </a:p>
          <a:p>
            <a:pPr>
              <a:defRPr sz="1800"/>
            </a:pPr>
            <a:r>
              <a:t>Model trained with CNN architecture.</a:t>
            </a:r>
          </a:p>
          <a:p>
            <a:pPr>
              <a:defRPr sz="1800"/>
            </a:pPr>
            <a:r>
              <a:t>UI developed using Streamlit framework.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Achieved 94% classification accuracy.</a:t>
            </a:r>
          </a:p>
          <a:p>
            <a:pPr>
              <a:defRPr sz="1800"/>
            </a:pPr>
            <a:r>
              <a:t>Categories detected: Plastic, Metal, Organic.</a:t>
            </a:r>
          </a:p>
          <a:p>
            <a:pPr>
              <a:defRPr sz="1800"/>
            </a:pPr>
            <a:r>
              <a:t>Model demonstrates reliable real-time predictions.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Integration with IoT-based smart bins.</a:t>
            </a:r>
          </a:p>
          <a:p>
            <a:pPr>
              <a:defRPr sz="1800"/>
            </a:pPr>
            <a:r>
              <a:t>Expansion to more waste categories.</a:t>
            </a:r>
          </a:p>
          <a:p>
            <a:pPr>
              <a:defRPr sz="1800"/>
            </a:pPr>
            <a:r>
              <a:t>Deployment in municipal waste systems.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The system enhances waste management efficiency.</a:t>
            </a:r>
          </a:p>
          <a:p>
            <a:pPr>
              <a:defRPr sz="1800"/>
            </a:pPr>
            <a:r>
              <a:t>Promotes sustainability through AI and automation.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0E3A1F1312B4489F0267B7151EB9FA" ma:contentTypeVersion="15" ma:contentTypeDescription="Create a new document." ma:contentTypeScope="" ma:versionID="25ff90a6a94641c21be8e93e8bdeb74b">
  <xsd:schema xmlns:xsd="http://www.w3.org/2001/XMLSchema" xmlns:xs="http://www.w3.org/2001/XMLSchema" xmlns:p="http://schemas.microsoft.com/office/2006/metadata/properties" xmlns:ns3="a9a522ed-469e-4ba9-9943-f3a54da0f466" xmlns:ns4="9b668953-9f7a-41f1-8264-d3ba5ac1006a" targetNamespace="http://schemas.microsoft.com/office/2006/metadata/properties" ma:root="true" ma:fieldsID="9f52069f8e793ab6007708a5c82c3e4c" ns3:_="" ns4:_="">
    <xsd:import namespace="a9a522ed-469e-4ba9-9943-f3a54da0f466"/>
    <xsd:import namespace="9b668953-9f7a-41f1-8264-d3ba5ac1006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a522ed-469e-4ba9-9943-f3a54da0f466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668953-9f7a-41f1-8264-d3ba5ac1006a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9a522ed-469e-4ba9-9943-f3a54da0f466" xsi:nil="true"/>
  </documentManagement>
</p:properties>
</file>

<file path=customXml/itemProps1.xml><?xml version="1.0" encoding="utf-8"?>
<ds:datastoreItem xmlns:ds="http://schemas.openxmlformats.org/officeDocument/2006/customXml" ds:itemID="{B2344455-C6F8-4A9B-AB2A-7D6CEF2B015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9a522ed-469e-4ba9-9943-f3a54da0f466"/>
    <ds:schemaRef ds:uri="9b668953-9f7a-41f1-8264-d3ba5ac100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6C519E1-74AF-4448-AFDA-2BDF7DCAEB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EE03AB-9732-43BE-AD76-773B68C8D52E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9b668953-9f7a-41f1-8264-d3ba5ac1006a"/>
    <ds:schemaRef ds:uri="a9a522ed-469e-4ba9-9943-f3a54da0f466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</Words>
  <Application>Microsoft Office PowerPoint</Application>
  <PresentationFormat>On-screen Show (4:3)</PresentationFormat>
  <Paragraphs>42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Project title</vt:lpstr>
      <vt:lpstr>Introduction</vt:lpstr>
      <vt:lpstr>Objectives</vt:lpstr>
      <vt:lpstr>System Architecture</vt:lpstr>
      <vt:lpstr>Technologies Used</vt:lpstr>
      <vt:lpstr>Implementation</vt:lpstr>
      <vt:lpstr>Results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Amit Kumar</dc:creator>
  <cp:keywords/>
  <dc:description>generated using python-pptx</dc:description>
  <cp:lastModifiedBy>AMIT KUMAR</cp:lastModifiedBy>
  <cp:revision>3</cp:revision>
  <dcterms:created xsi:type="dcterms:W3CDTF">2013-01-27T09:14:16Z</dcterms:created>
  <dcterms:modified xsi:type="dcterms:W3CDTF">2025-10-26T09:21:45Z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0x010100460E3A1F1312B4489F0267B7151EB9FA</vt:lpwstr>
  </property>
</Properties>
</file>